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10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EEG / ERP</a:t>
            </a:r>
            <a:br/>
            <a:r>
              <a:t>神经科学</a:t>
            </a:r>
            <a:br/>
            <a:r>
              <a:t>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从范式到论文报告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010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实验设计、事件码、预处理、ERP、频域连接与 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586572"/>
                </a:solidFill>
                <a:latin typeface="Microsoft YaHei"/>
              </a:defRPr>
            </a:pPr>
            <a:r>
              <a:t>Paradigm · Markers · Preprocessing · ERP · ERSP · Connectivity · ML ·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11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368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范式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526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238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895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事件码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41797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7652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228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预处理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7068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2923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499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ERP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39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8194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4770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频域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7611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3465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0041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ML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2882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68736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5312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68153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60" b="0">
                <a:solidFill>
                  <a:srgbClr val="202A36"/>
                </a:solidFill>
                <a:latin typeface="Microsoft YaHei"/>
              </a:defRPr>
            </a:pPr>
            <a:r>
              <a:t>study_design、event_marker_table、data_structure、preprocessing_plan、preprocessing_qc、erp_analysis_plan、erp_component_table、frequency_connectivity_plan、eeg_ml_plan、results_template、analysis_audit。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不覆盖原始数据、不看结果改窗口、不把成分直接等同心理构念、不隐藏 QC。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40680" cy="278892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不知道如何把理论问题转成可记录的 EEG/ERP 范式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事件码设计混乱，后期无法分条件和 time-lock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预处理参数随结果调整，滤波、ICA、窗口缺少先验规则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ERP 时间窗、ROI、频段和连接解释过度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QC 不透明，无法说明剔除被试、通道和 trial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EEG 机器学习训练测试泄漏，准确率虚高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1155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1155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不把 EEG 分析变成跑脚本；不追求漂亮波形；不把成分标签当心理构念。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11556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11556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建立从范式、事件码、预处理、分析、QC 到论文报告的可审计流程。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范式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9701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6277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事件码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79116" y="544982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90722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7298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数据结构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90137" y="544982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801743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8319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预处理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01158" y="544982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12764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9340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ERP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12179" y="544982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23784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0360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频域连接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23200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734805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1381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ML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34222" y="5449824"/>
            <a:ext cx="82295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45826" y="5166360"/>
            <a:ext cx="120129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2402" y="5294376"/>
            <a:ext cx="112814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45242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35024"/>
          <a:ext cx="109270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26280"/>
                <a:gridCol w="4983480"/>
              </a:tblGrid>
              <a:tr h="56921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实验设计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eeg/study_design.md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研究问题、神经假设、范式、trial 时序和解释边界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eeg/event_marker_table.xlsx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trigger、条件、反应、反馈和 time-locking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数据结构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eeg/data_structure.md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raw、behavior、events、derivatives、scripts、qc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preprocessing_plan.md / preprocessing_qc.xlsx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参数、坏道、ICA、trial 保留率和剔除原因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erp_analysis_plan.md / erp_component_table.xlsx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epoch、baseline、窗口、ROI、指标和统计模型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频域/连接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frequency_connectivity_plan.md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频段、ERSP、ITC、PLV/wPLI、图表和解释边界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ML/报告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eeg_ml_plan.md / eeg_results_template.md / eeg_analysis_audit.md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分类、防泄漏、图表、写作和审稿审计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每个结果都必须能追溯到事件码、预处理参数、QC 和先验分析计划。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98448"/>
          <a:ext cx="109728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06240"/>
                <a:gridCol w="5349240"/>
              </a:tblGrid>
              <a:tr h="539496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实验规划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eeg-experiment-planning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研究问题、范式、事件码、采样率、电极、伦理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eeg-preprocessing-pipeline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导入、滤波、重参考、坏道、ICA、QC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erp-segmentation-analysis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epoch、baseline、trial 剔除、成分窗口、ROI、统计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频域连接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eeg-frequency-connectivity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PSD、ERSP、ITC、coherence、PLV、wPLI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机器学习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eeg-ml-classification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特征、交叉验证、防泄漏、指标和解释边界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结果写作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eeg-results-writing-figures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Methods、Results、波形图、头皮图、QC 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项目规范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lv-naodianshujuchul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复现实验脚本、路径追踪、正式运行入口管理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33872"/>
            <a:ext cx="10561320" cy="566928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33872"/>
            <a:ext cx="7315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配套模板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345936"/>
            <a:ext cx="1025956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本讲提供事件码、预处理 QC、ERP 成分、频域连接、ML、防泄漏和审计 Excel 模板。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267712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"D:\AI科研训练营\第10讲_EEG_ERP神经科学实验工作区"</a:t>
            </a:r>
            <a:br/>
            <a:r>
              <a:t>cd "D:\AI科研训练营\第10讲_EEG_ERP神经科学实验工作区"</a:t>
            </a:r>
            <a:br/>
            <a:br/>
            <a:r>
              <a:t>New-Item -ItemType Directory -Force -Path data,data\raw,data\behavior,data\events,data\derivatives,eeg,eeg\scripts,eeg\figures,qc,output,skills,input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41648"/>
            <a:ext cx="512064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41648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原始 EEG 放 data/raw；行为和事件分开；所有衍生文件进入 derivatives。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41648"/>
            <a:ext cx="512064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041648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输入示例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BrainVision、Neuroscan、EDF、BDF、set/fdt、fif；行为 CSV/XLSX；events.tsv。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301752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10 讲 · EEG/ERP 神经科学实验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53312"/><a:ext cx="10744200" cy="2578608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869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eeg-experiment-planning,eeg-preprocessing-pipeline,erp-segmentation-analysis,eeg-frequency-connectivity,eeg-ml-classification,eeg-results-writing-figures,statistical-analysis `</a:t></a:r><a:br/><a:r><a:t>  -Workspace "D:\AI科研训练营\第10讲_EEG_ERP神经科学实验工作区"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420"><a:solidFill><a:srgbClr val="202A36"/></a:solidFill><a:latin typeface="Microsoft YaHei"/></a:defRPr></a:pPr><a:r><a:t>复制后检查 skills/ 文件夹。</a:t></a:r></a:p><a:p><a:pPr><a:lnSpc><a:spcPct val="105000"/></a:lnSpc><a:spcAft><a:spcPts val="300"/></a:spcAft><a:defRPr sz="1420"><a:solidFill><a:srgbClr val="202A36"/></a:solidFill><a:latin typeface="Microsoft YaHei"/></a:defRPr></a:pPr><a:r><a:t>原始数据不要复制到 Skills 目录。</a:t></a:r></a:p><a:p><a:pPr><a:lnSpc><a:spcPct val="105000"/></a:lnSpc><a:spcAft><a:spcPts val="300"/></a:spcAft><a:defRPr sz="1420"><a:solidFill><a:srgbClr val="202A36"/></a:solidFill><a:latin typeface="Microsoft YaHei"/></a:defRPr></a:pPr><a:r><a:t>若有真实脑电项目，记录代码根目录、数据根目录、Python/MATLAB 环境和结果根目录。</a:t></a:r></a:p></p:txBody></p:sp><p:sp><p:nvSpPr><p:cNvPr id="9" name="Rounded Rectangle 8"/><p:cNvSpPr/><p:nvPr/></p:nvSpPr><p:spPr><a:xfrm><a:off x="868680" y="5532120"/><a:ext cx="10149840" cy="594360"/></a:xfrm><a:prstGeom prst="roundRect"><a:avLst/></a:prstGeom><a:solidFill><a:srgbClr val="FFE5E5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32120"/><a:ext cx="73152" cy="594360"/></a:xfrm><a:prstGeom prst="rect"><a:avLst/></a:prstGeom><a:solidFill><a:srgbClr val="B91C1C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66013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B91C1C"/></a:solidFill><a:latin typeface="Microsoft YaHei"/></a:defRPr></a:pPr><a:r><a:t>课堂提醒</a:t></a:r></a:p></p:txBody></p:sp><p:sp><p:nvSpPr><p:cNvPr id="12" name="TextBox 11"/><p:cNvSpPr txBox="1"/><p:nvPr/></p:nvSpPr><p:spPr><a:xfrm><a:off x="1051560" y="6044183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30" b="0"><a:solidFill><a:srgbClr val="202A36"/></a:solidFill><a:latin typeface="Microsoft YaHei"/></a:defRPr></a:pPr><a:r><a:t>本讲先做设计和审计，不强制跑真实 EEG 数据。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# 第10讲工作区 Agent 指令</a:t>
            </a:r>
            <a:br/>
            <a:br/>
            <a:r>
              <a:t>你是 EEG/ERP 神经科学实验助手。</a:t>
            </a:r>
            <a:br/>
            <a:br/>
            <a:r>
              <a:t>原则：</a:t>
            </a:r>
            <a:br/>
            <a:r>
              <a:t>- 禁止覆盖原始 EEG 数据。</a:t>
            </a:r>
            <a:br/>
            <a:r>
              <a:t>- 禁止看到结果后临时改滤波、窗口、ROI 或剔除规则。</a:t>
            </a:r>
            <a:br/>
            <a:r>
              <a:t>- 禁止把 ERP 成分、频段或连接指标直接等同心理构念。</a:t>
            </a:r>
            <a:br/>
            <a:r>
              <a:t>- ICA、坏道、被试和 trial 剔除必须写理由。</a:t>
            </a:r>
            <a:br/>
            <a:r>
              <a:t>- ML 必须先做泄漏审计。</a:t>
            </a:r>
            <a:br/>
            <a:r>
              <a:t>- 报告必须包含 QC 和解释边界。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10058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 分析自由度很高，项目指令先把不能碰的边界固定下来。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使用 lesson10_workspace_AGENTS_template.md。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没有约束时，Agent 容易按“显著效果”倒推参数。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EEG/ERP 全流程地图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4304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0880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范式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3720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35376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1952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事件码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34792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6448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024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采集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45864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57520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4096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预处理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56936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8592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5168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QC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68008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79664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6239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ERP/频域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79080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90736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7311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统计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90152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01808" y="1371600"/>
            <a:ext cx="11013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38384" y="1499616"/>
            <a:ext cx="10281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01224" y="165506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8680" y="2468880"/>
            <a:ext cx="10378440" cy="8686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2468880"/>
            <a:ext cx="73152" cy="8686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259689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关键逻辑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980944"/>
            <a:ext cx="1007668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20" b="0">
                <a:solidFill>
                  <a:srgbClr val="202A36"/>
                </a:solidFill>
                <a:latin typeface="Microsoft YaHei"/>
              </a:defRPr>
            </a:pPr>
            <a:r>
              <a:t>先确定 time-locking event，再设计 trigger；先写预处理和窗口规则，再看结果；先通过 QC，再解释神经效应。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1874519" y="3794760"/>
          <a:ext cx="84582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257800"/>
              </a:tblGrid>
              <a:tr h="327660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如果缺失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事件码不清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无法可靠分条件和锁时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行为日志不同步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无法解释反应和 trial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预处理无记录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审稿人无法复核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窗口后验选择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循环分析风险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QC 不透明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显著结果可信度低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4：生成实验设计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把理论问题转成可记录、可分析、可解释的 EEG/ERP 实验。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eeg/study_design.md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先定义神经假设，再选择成分或频段。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请基于我的研究主题，生成 eeg/study_design.md。</a:t>
            </a:r>
            <a:br/>
            <a:br/>
            <a:r>
              <a:t>包括研究问题、理论机制、行为假设、神经假设、目标 ERP 成分或频段指标、实验范式、trial 时序、事件码设计原则、EEG 记录设置、预处理路线、分析路线、伦理和风险。不要把 ERP 成分直接等同心理构念。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理论和范式匹配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神经指标有任务时序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行为指标清楚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解释边界清楚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伦理风险已列出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5：设计事件码表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让每个 trial 能被条件、刺激、反应和反馈准确 time-lock。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eeg/event_marker_table.xlsx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事件码设计错了，后面分析很难补救。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eeg/event_marker_table.xlsx 的内容草稿。</a:t>
            </a:r>
            <a:br/>
            <a:br/>
            <a:r>
              <a:t>字段包括 marker_code、event_name、condition、trial_phase、time_locking_role、expected_count、behavior_link、included_in_erp、included_in_frequency、notes。检查事件码重复、条件不可区分、无法 time-lock 和行为日志无法对齐的问题。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marker 唯一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条件可区分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能锁定刺激/反应/反馈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与 trial_id 对齐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expected_count 可核验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事件码表应长什么样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2194560"/>
                <a:gridCol w="1645920"/>
                <a:gridCol w="1828800"/>
                <a:gridCol w="1051560"/>
              </a:tblGrid>
              <a:tr h="4724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marker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event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condition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role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phase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behavior_link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low transparency stimulus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low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stimulus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stimulus_onset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trial_id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high transparency stimulus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high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stimulus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stimulus_onset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trial_id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accept response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all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response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response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trial_id + RT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301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positive feedback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feedback_positive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trial_id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302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negative feedback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feedback_negative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feedback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trial_id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572000"/>
            <a:ext cx="10378440" cy="77724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572000"/>
            <a:ext cx="73152" cy="7772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000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核验问题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84064"/>
            <a:ext cx="10076688" cy="1920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同一个 trigger 是否出现在多个条件？反馈是否能和具体 trial 对齐？反应码是否区分正确/错误或接受/拒绝？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6：建立数据结构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 raw、behavior、events、derivatives、scripts、figures 和 qc 分开管理。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eeg/data_structure.md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文件结构混乱会直接破坏复现。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eeg/data_structure.md。</a:t>
            </a:r>
            <a:br/>
            <a:br/>
            <a:r>
              <a:t>设计本项目的文件夹和命名规范。要求原始数据只读保存，所有衍生文件有版本号，subject/session/task/run 命名一致。示例：sub-001_task-aiTrust_raw.vhdr、sub-001_task-aiTrust_events.tsv。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原始数据只读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行为和事件分开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衍生数据可追踪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命名含 subject/task/run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脚本和图表有固定路径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环境检查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71500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python -c "import sys; print(sys.version)"</a:t>
            </a:r>
            <a:br/>
            <a:r>
              <a:t>python -c "import mne; print(mne.__version__)"</a:t>
            </a:r>
            <a:br/>
            <a:r>
              <a:t>python -c "import numpy, pandas, scipy, sklearn; print('basic ok')"</a:t>
            </a:r>
            <a:br/>
            <a:br/>
            <a:r>
              <a:t># MATLAB / EEGLAB：记录 MATLAB 版本、EEGLAB 版本、插件版本、系统和数据格式。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08760"/>
            <a:ext cx="4434840" cy="11430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508760"/>
            <a:ext cx="73152" cy="1143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636776"/>
            <a:ext cx="4160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Agent 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20824"/>
            <a:ext cx="4133087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生成 eeg/environment_check.md，记录 Python/MATLAB、MNE/EEGLAB、关键包版本、数据格式支持、缺失依赖和运行入口。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090672"/>
            <a:ext cx="443484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090672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218688"/>
            <a:ext cx="4160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602736"/>
            <a:ext cx="4133087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版本差异会影响滤波、ICA、数据导入和图表输出。真实项目必须记录环境。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7：生成预处理计划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固定导入、通道、滤波、参考、坏道、ICA、事件码和 epoch 前检查规则。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eeg/preprocessing_plan.md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预处理计划写在看结果之前。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 study_design.md、event_marker_table.xlsx 和数据格式，生成 eeg/preprocessing_plan.md。</a:t>
            </a:r>
            <a:br/>
            <a:br/>
            <a:r>
              <a:t>包括原始数据保护、导入、通道名、montage、采样率、滤波、重参考、坏道、ICA、事件码完整性、epoch 前检查、剔除规则、输出命名和 reviewer-facing 预处理段落。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参数先验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不覆盖 raw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坏道规则清楚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ICA 删除有证据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事件码先检查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预处理顺序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备份 raw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75764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2340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导入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5180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4873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通道/事件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4289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73982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0558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滤波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73398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3091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9667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坏道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72507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重参考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71616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71308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7884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ICA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0724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70417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6993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epoch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69833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9526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6102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baseline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8942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568635" y="1353312"/>
            <a:ext cx="989380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5211" y="1481328"/>
            <a:ext cx="916228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60" b="1">
                <a:solidFill>
                  <a:srgbClr val="202A36"/>
                </a:solidFill>
                <a:latin typeface="Microsoft YaHei"/>
              </a:defRPr>
            </a:pPr>
            <a:r>
              <a:t>QC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68051" y="1636776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60120" y="2560320"/>
          <a:ext cx="101498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13816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环节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滤波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参数不适合 ERP/频域，可能改变波形或边界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坏道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ROI 通道被插值过多会影响解释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ICA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删除成分无依据会被质疑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epoch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事件码没核验就分段会全错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窗口不合适会影响成分幅度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960120" y="5577840"/>
            <a:ext cx="10149840" cy="53035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0120" y="5577840"/>
            <a:ext cx="73152" cy="5303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705855"/>
            <a:ext cx="98755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89904"/>
            <a:ext cx="984808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不同条件不能用不同预处理标准，除非有清楚理由并透明报告。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8：生成预处理 QC 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记录每个被试的坏道、ICA、事件、epoch、保留率和剔除原因。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eeg/preprocessing_qc.xlsx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不报告 QC，就不要报告漂亮 ERP 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eeg/preprocessing_qc.xlsx 的内容草稿。</a:t>
            </a:r>
            <a:br/>
            <a:br/>
            <a:r>
              <a:t>每个被试记录 raw_file、sampling_rate、bad_channels、interpolated_channels、rejected_ica_components、total_events、valid_events、total_epochs、retained_epochs、retention_rate、exclusion_reason、qc_decision。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每个被试一行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坏道/ICA 有记录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事件和 epoch 数清楚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保留率可计算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剔除理由透明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9：生成 ERP 分析计划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固定 epoch、baseline、成分、ROI、时间窗、指标和统计模型。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eeg/erp_analysis_plan.md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看波形后选最大差异窗口，只能标探索性。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eeg/erp_analysis_plan.md。</a:t>
            </a:r>
            <a:br/>
            <a:br/>
            <a:r>
              <a:t>包括 time-locking event、epoch window、baseline window、artifact rejection、condition averaging、ERP component、ROI electrodes、time window、amplitude/latency metric、statistical model、figure plan、confirmatory/exploratory 标记。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time-locking 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窗口先验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ROI 有依据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指标清楚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探索/确认区分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ERP 成分表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194560"/>
                <a:gridCol w="4343400"/>
              </a:tblGrid>
              <a:tr h="529045"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成分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常见窗口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 ROI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P1/N1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80-180 ms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枕区/顶枕区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早期感觉/注意线索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N2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200-350 ms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额中区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冲突或抑制相关线索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P3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300-600 ms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顶区/中央顶区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注意资源或任务相关加工线索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N400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300-500 ms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中央-顶区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语义整合线索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2904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LPP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400-800 ms 或更晚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中央-顶区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情绪/动机相关持续加工线索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29050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FRN/ERN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200-350 ms / 0-100 ms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额中区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反馈或错误监控线索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这些是教学示例。真实研究必须用任务时序和真实文献确定窗口与 ROI。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ERP 图表和统计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01000"/>
              </a:tblGrid>
              <a:tr h="563880"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必须包含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 waveform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time zero、条件、ROI、CI/SE、时间窗标记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Scalp map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成分窗口、统一色标、条件或差异图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Trial retention table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每条件保留 trial 数和剔除比例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Component table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被试 × 条件 × 成分指标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Statistics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组内/组间模型、效应量、CI、多重比较控制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257800"/>
            <a:ext cx="10378440" cy="71323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257800"/>
            <a:ext cx="73152" cy="71323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858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769864"/>
            <a:ext cx="10076688" cy="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不要只展示显著电极、显著窗口或好看的波形。planned tests 即使不显著也要报告。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10：频域 / 时频 / 连接计划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定义频段、方法、baseline、ROI、时间窗、统计模型和连接解释边界。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eeg/frequency_connectivity_plan.md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频段和连接解释比 ERP 更容易过度。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eeg/frequency_connectivity_plan.md。</a:t>
            </a:r>
            <a:br/>
            <a:br/>
            <a:r>
              <a:t>包括目标频段、PSD/STFT/wavelet/ERSP/ITC/coherence/PLV/wPLI、baseline、归一化、ROI、时间窗、频段、多重比较、图表计划和解释边界。强调连接不是因果方向。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频段有依据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baseline 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ROI/窗口先验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多重比较处理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连接不写因果方向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连接分析的解释边界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60520"/>
                <a:gridCol w="4389120"/>
              </a:tblGrid>
              <a:tr h="5867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能说什么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不能说什么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coherence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频域同步或相关线索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不能自动说明信息流方向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PLV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相位一致性线索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不能说明因果驱动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wPLI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降低零相位体积传导影响的连接线索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不能完全解决源混叠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graph metrics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网络拓扑描述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不能直接等同认知机制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source-space connectivity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可能更接近源空间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依赖头模型和源定位假设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6858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审稿风险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把功能连接写成因果方向，通常会被直接质疑。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11：EEG 机器学习计划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构建最小可行 EEG 分类方案，同时防止训练测试泄漏。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eeg/eeg_ml_plan.md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预测准确率不是神经机制证据。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eeg/eeg_ml_plan.md。</a:t>
            </a:r>
            <a:br/>
            <a:br/>
            <a:r>
              <a:t>包括 prediction target、label 来源、feature 类型、被试内/跨被试/留一被试验证、train/validation/test 划分、防泄漏规则、baseline model、deep model 是否必要、metrics、permutation test/nested CV 和解释边界。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标签来源清楚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按被试隔离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标准化在 CV 内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 baseline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指标不只 accuracy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EEG 机器学习防泄漏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26280"/>
                <a:gridCol w="402336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泄漏类型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epoch 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同一被试 epoch 同时进 train/test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 subject 分组划分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标准化泄漏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全数据 fit scaler 后再划分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scaler 放进 CV pipeline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调参泄漏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在 test set 上调超参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validation 或 nested CV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特征中包含 marker/condition code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特征审计并删除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重复 trial 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增强数据跨集合重复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增强只在训练集内做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如果声称跨被试泛化，就不能把同一被试的 epoch 放入测试集。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12：结果写作与图表模板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把记录、预处理、QC、ERP、频域/连接、ML 和限制写成论文可用模板。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eeg/eeg_results_template.md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写作不是美化结果，而是透明报告证据。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eeg/eeg_results_template.md。</a:t>
            </a:r>
            <a:br/>
            <a:br/>
            <a:r>
              <a:t>包括 Participants and exclusions、EEG recording、Preprocessing、ERP analysis、Frequency/time-frequency/connectivity analysis、ML analysis、QC disclosure、Figure plan、Table plan、Results paragraph template、Limitations and reviewer risks。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报告剔除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报告 retained trials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图表与计划一致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非显著也报告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解释不超出指标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课堂示范：AI Agent 解释透明度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154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示范内容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解释透明度是否影响用户对 AI 推荐结果的信任和采纳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范式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阅读 AI 推荐与解释 → 采纳/拒绝 → 反馈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低/高透明度刺激、接受/拒绝反应、正/负反馈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刺激锁定 P3/LPP；反馈锁定 FRN/P3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额中 theta 或 alpha 变化作为探索性指标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P3/LPP 不能直接写成信任；只能写与注意或动机加工线索一致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阅读材料会引入眼动和眨眼伪迹，trial 时序与刺激长度必须控制。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49039"/>
                <a:gridCol w="466344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事件码不区分条件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无法做 ERP 条件比较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重设计 trigger 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看结果选窗口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循环分析风险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先验窗口或标探索性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ICA 删除无记录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预处理不可复核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ICA log + 证据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只报显著电极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选择性报告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planned ROI + 多重比较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QC 不透明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结果可信度低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报告 retained trials 和 attrition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ML epoch 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准确率虚高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按被试分组划分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13：审稿人式审计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用严格审稿人视角检查设计、事件码、预处理、窗口、连接、ML 和写作边界。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qc/eeg_analysis_audit.md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审计不通过，不建议进入正式论文结果。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qc/eeg_analysis_audit.md。</a:t>
            </a:r>
            <a:br/>
            <a:br/>
            <a:r>
              <a:t>检查研究问题与 EEG 指标匹配、事件码完整性、行为和 EEG 对齐、预处理先验、ICA/坏道依据、ERP 窗口和 ROI、频域/连接解释、ML 泄漏、QC 透明和写作是否过度。输出 pass/revise/fail。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指出致命问题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列出修改项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标注探索性分析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检查泄漏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给出 pass/revise/fail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 135 分钟带做安排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26280"/>
              </a:tblGrid>
              <a:tr h="461772"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教师带做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学生产出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0-18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讲清 EEG/ERP 可信结果链路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理解交付物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18-30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创建工作区、复制 Skills、写 AGENTS.md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可运行工作区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30-45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研究问题、范式和神经假设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study_design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45-60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事件码与 trial 时序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event_marker_table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60-78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预处理计划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preprocessing_plan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78-92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 分析计划和成分表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erp_analysis_plan / component_table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92-105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频域/连接计划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frequency_connectivity_plan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105-125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ML 防泄漏和结果写作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eeg_ml_plan / results_template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125-135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审稿人式审计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eeg_analysis_audit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现场纠正三件事：事件码不完整、窗口后验选择、神经解释过度。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提交文件夹：姓名_第10讲_EEG_ERP神经科学实验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必须包含 study_design、event_marker_table、data_structure、preprocessing_plan、preprocessing_qc、erp_analysis_plan、erp_component_table、frequency_connectivity_plan、eeg_ml_plan、eeg_results_template、eeg_analysis_audit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至少完成一种主分析路线：ERP、频域/时频、连接或 EEG 机器学习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40">
                <a:solidFill>
                  <a:srgbClr val="202A36"/>
                </a:solidFill>
                <a:latin typeface="Microsoft YaHei"/>
              </a:defRPr>
            </a:pPr>
            <a:r>
              <a:t>附 300 字反思：最大审稿风险是什么，准备用什么 QC 或稳健性证据回应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实验设计与神经假设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事件码和数据结构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预处理计划与 QC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ERP/频域/连接/ML 分析计划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写作模板与审稿审计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一票否决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10" b="0">
                <a:solidFill>
                  <a:srgbClr val="202A36"/>
                </a:solidFill>
                <a:latin typeface="Microsoft YaHei"/>
              </a:defRPr>
            </a:pPr>
            <a:r>
              <a:t>覆盖原始数据、事件码无法区分条件、看结果选窗口、ICA/QC 无记录、ML 泄漏。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10 讲 · EEG/ERP 神经科学实验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不是跑出一张脑电图，而是建立一套能让审稿人复核的 EEG/ERP 实验与分析系统。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6451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1088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范式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3927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1462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1200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事件码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14039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473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预处理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6415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14848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424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QC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4263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64959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1535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ERP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64375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507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1647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频域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14488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518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1759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ML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460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1529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1871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报告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471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学生把第10讲的 EEG/ERP 变量和结果接入第8讲统计分析，或进入第11讲 BCI 脑电智能建模。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